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5F2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NUTRAGLP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D4AD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BIOSCIENCES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37160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2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Presentation Title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Subtitle or date 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body already knows how.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A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D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F2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09728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Brief description of what this section covers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Content Slide 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Body text goes here. Use DM Sans at 14-16pt for readability.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2D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NUTRAGLP BIOSCIENCES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D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Left Column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content for the left side.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5661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Right Column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20116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content for the right side.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2D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NUTRAGLP BIOSCIENCES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2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Key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09728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D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00%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Label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463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D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$0.0M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9184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Label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463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D7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0,000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Metric Label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8A6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or footnote text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2D6B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NUTRAGLP BIOSCIENCES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D7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2EB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371600" cy="0"/>
          </a:xfrm>
          <a:prstGeom prst="line">
            <a:avLst/>
          </a:prstGeom>
          <a:noFill/>
          <a:ln w="19050">
            <a:solidFill>
              <a:srgbClr val="D4AD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D7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contact@nutraglp.com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E6D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body already knows how.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NutraGLP Master Template</dc:title>
  <dc:subject>PptxGenJS Presentation</dc:subject>
  <dc:creator>NutraGLP Biosciences</dc:creator>
  <cp:lastModifiedBy>NutraGLP Biosciences</cp:lastModifiedBy>
  <cp:revision>1</cp:revision>
  <dcterms:created xsi:type="dcterms:W3CDTF">2026-03-04T00:09:13Z</dcterms:created>
  <dcterms:modified xsi:type="dcterms:W3CDTF">2026-03-04T00:09:13Z</dcterms:modified>
</cp:coreProperties>
</file>